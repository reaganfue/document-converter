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文件轉檔工具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測試投影片 — 程式化生成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支援格式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支援的格式清單</a:t>
            </a:r>
          </a:p>
          <a:p>
            <a:pPr lvl="1"/>
            <a:r>
              <a:t>PDF、DOCX、PPTX</a:t>
            </a:r>
          </a:p>
          <a:p>
            <a:pPr lvl="1"/>
            <a:r>
              <a:t>HTML、Markdown</a:t>
            </a:r>
          </a:p>
          <a:p>
            <a:pPr lvl="1"/>
            <a:r>
              <a:t>TXT、圖片（PNG/JPG）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謝謝使用 /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